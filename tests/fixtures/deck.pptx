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1"/>
    <p:sldId id="259" r:id="rId12"/>
    <p:sldId id="260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fixture" initials="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Trips per quarter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Trips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0-01-01T00:00:00.000" idx="1">
    <p:pos x="10" y="10"/>
    <p:text>Reviewer remark: check these rates before release</p:text>
  </p:cm>
</p:cmLst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0}" type="doc">
      <dgm:prSet/>
      <dgm:spPr/>
      <dgm:t>
        <a:bodyPr/>
        <a:lstStyle/>
        <a:p/>
      </dgm:t>
    </dgm:pt>
    <dgm:pt modelId="{00000000-0000-0000-0000-000000000001}">
      <dgm:prSet/>
      <dgm:spPr/>
      <dgm:t>
        <a:bodyPr/>
        <a:lstStyle/>
        <a:p>
          <a:r>
            <a:rPr/>
            <a:t>Request approval</a:t>
          </a:r>
        </a:p>
      </dgm:t>
    </dgm:pt>
    <dgm:pt modelId="{00000000-0000-0000-0000-000000000101}" type="parTrans">
      <dgm:prSet/>
      <dgm:spPr/>
      <dgm:t>
        <a:bodyPr/>
        <a:lstStyle/>
        <a:p/>
      </dgm:t>
    </dgm:pt>
    <dgm:pt modelId="{00000000-0000-0000-0000-000000000002}">
      <dgm:prSet/>
      <dgm:spPr/>
      <dgm:t>
        <a:bodyPr/>
        <a:lstStyle/>
        <a:p>
          <a:r>
            <a:rPr/>
            <a:t>Book through the travel desk</a:t>
          </a:r>
        </a:p>
      </dgm:t>
    </dgm:pt>
    <dgm:pt modelId="{00000000-0000-0000-0000-000000000102}" type="parTrans">
      <dgm:prSet/>
      <dgm:spPr/>
      <dgm:t>
        <a:bodyPr/>
        <a:lstStyle/>
        <a:p/>
      </dgm:t>
    </dgm:pt>
    <dgm:pt modelId="{00000000-0000-0000-0000-000000000003}">
      <dgm:prSet/>
      <dgm:spPr/>
      <dgm:t>
        <a:bodyPr/>
        <a:lstStyle/>
        <a:p>
          <a:r>
            <a:rPr/>
            <a:t>Submit receipts</a:t>
          </a:r>
        </a:p>
      </dgm:t>
    </dgm:pt>
    <dgm:pt modelId="{00000000-0000-0000-0000-000000000103}" type="parTrans">
      <dgm:prSet/>
      <dgm:spPr/>
      <dgm:t>
        <a:bodyPr/>
        <a:lstStyle/>
        <a:p/>
      </dgm:t>
    </dgm:pt>
  </dgm:ptLst>
  <dgm:cxnLst/>
  <dgm:bg/>
  <dgm:whole/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lodging change.</a:t>
            </a:r>
          </a:p>
          <a:p>
            <a:r>
              <a:t>Rates take effect at the start of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Program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travel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Lodging</a:t>
            </a:r>
          </a:p>
          <a:p>
            <a:pPr lvl="1"/>
            <a:r>
              <a:t>Published rate applies</a:t>
            </a:r>
          </a:p>
          <a:p>
            <a:pPr/>
            <a:r>
              <a:t>Meals</a:t>
            </a:r>
          </a:p>
          <a:p>
            <a:pPr lvl="1"/>
            <a:r>
              <a:t>Daily allowance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42900">
                <a:tc>
                  <a:txBody>
                    <a:bodyPr/>
                    <a:lstStyle/>
                    <a:p>
                      <a:r>
                        <a:t>Expense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Receipt required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Lodging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$180 /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Mileage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$0.67 / mile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200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under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457200"/>
            <a:ext cx="3657600" cy="1645920"/>
            <a:chOff x="457200" y="457200"/>
            <a:chExt cx="3657600" cy="1645920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457200"/>
              <a:ext cx="3657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Travel desk hours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57200" y="1371600"/>
              <a:ext cx="3657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Weekdays only</a:t>
              </a:r>
            </a:p>
          </p:txBody>
        </p:sp>
      </p:grp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</a:t>
            </a:r>
          </a:p>
        </p:txBody>
      </p:sp>
      <p:graphicFrame>
        <p:nvGraphicFramePr>
          <p:cNvPr id="90" name="Diagram 1"/>
          <p:cNvGraphicFramePr/>
          <p:nvPr/>
        </p:nvGraphicFramePr>
        <p:xfrm>
          <a:off x="914400" y="1828800"/>
          <a:ext cx="6400800" cy="2743200"/>
        </p:xfrm>
        <a:graphic>
          <a:graphicData uri="http://schemas.openxmlformats.org/drawingml/2006/diagram">
            <dgm:relIds xmlns:dgm="http://schemas.openxmlformats.org/drawingml/2006/diagram" r:dm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Review</dc:title>
  <dc:subject/>
  <dc:creator>fixture</dc:creator>
  <cp:keywords/>
  <dc:description>generated using python-pptx</dc:description>
  <cp:lastModifiedBy>fixture</cp:lastModifiedBy>
  <cp:revision>1</cp:revision>
  <dcterms:created xsi:type="dcterms:W3CDTF">2020-01-01T00:00:00Z</dcterms:created>
  <dcterms:modified xsi:type="dcterms:W3CDTF">2020-01-01T00:00:00Z</dcterms:modified>
  <cp:category/>
</cp:coreProperties>
</file>